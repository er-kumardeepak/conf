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219200"/>
            <a:ext cx="9144000" cy="1470025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Paper Title</a:t>
            </a:r>
            <a:br>
              <a:rPr lang="en-US" sz="5400" dirty="0"/>
            </a:br>
            <a:r>
              <a:rPr lang="en-US" sz="3200" dirty="0"/>
              <a:t>(Name of All the Authors)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724400"/>
            <a:ext cx="8305800" cy="1752600"/>
          </a:xfrm>
        </p:spPr>
        <p:txBody>
          <a:bodyPr>
            <a:normAutofit/>
          </a:bodyPr>
          <a:lstStyle/>
          <a:p>
            <a:r>
              <a:rPr lang="en-US" sz="2800" dirty="0"/>
              <a:t>Presenter Name</a:t>
            </a:r>
          </a:p>
          <a:p>
            <a:r>
              <a:rPr lang="en-US" sz="2800" dirty="0"/>
              <a:t>Affiliation</a:t>
            </a:r>
          </a:p>
          <a:p>
            <a:r>
              <a:rPr lang="en-US" sz="2800" dirty="0">
                <a:solidFill>
                  <a:srgbClr val="FF0000"/>
                </a:solidFill>
              </a:rPr>
              <a:t>Paper ID: XXX</a:t>
            </a:r>
            <a:endParaRPr lang="en-US" sz="2800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52401" y="-61555"/>
            <a:ext cx="8839199" cy="144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202</a:t>
            </a: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6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2</a:t>
            </a:r>
            <a:r>
              <a:rPr lang="en-US" sz="2000" baseline="30000" dirty="0">
                <a:solidFill>
                  <a:srgbClr val="C00000"/>
                </a:solidFill>
                <a:latin typeface="Arial" pitchFamily="34" charset="0"/>
                <a:ea typeface="Times New Roman" pitchFamily="18" charset="0"/>
                <a:cs typeface="Arial" pitchFamily="34" charset="0"/>
              </a:rPr>
              <a:t>nd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itchFamily="34" charset="0"/>
                <a:ea typeface="Times New Roman" pitchFamily="18" charset="0"/>
                <a:cs typeface="Arial" pitchFamily="34" charset="0"/>
              </a:rPr>
              <a:t> International Conference on Advances in Computing, Communication and Networking (ICAC2N)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Conference Record Number</a:t>
            </a:r>
            <a:r>
              <a:rPr lang="en-U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# </a:t>
            </a:r>
            <a:r>
              <a:rPr lang="en-IN" sz="2400" dirty="0"/>
              <a:t>70538</a:t>
            </a:r>
          </a:p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ISBN </a:t>
            </a:r>
            <a:r>
              <a:rPr lang="en-US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# </a:t>
            </a:r>
            <a:r>
              <a:rPr lang="en-IN" sz="2400" dirty="0"/>
              <a:t>979-8-3315-6477-3</a:t>
            </a:r>
            <a:endParaRPr lang="en-US" sz="24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  <a:p>
            <a:r>
              <a:rPr lang="en-US" dirty="0"/>
              <a:t>Introduction</a:t>
            </a:r>
          </a:p>
          <a:p>
            <a:r>
              <a:rPr lang="en-US" dirty="0"/>
              <a:t>Literature/ Related Work</a:t>
            </a:r>
          </a:p>
          <a:p>
            <a:r>
              <a:rPr lang="en-US" dirty="0"/>
              <a:t>Methodology/Proposed Work</a:t>
            </a:r>
          </a:p>
          <a:p>
            <a:r>
              <a:rPr lang="en-US" dirty="0"/>
              <a:t>Results</a:t>
            </a:r>
          </a:p>
          <a:p>
            <a:r>
              <a:rPr lang="en-US" dirty="0"/>
              <a:t>Conclusion</a:t>
            </a:r>
          </a:p>
          <a:p>
            <a:r>
              <a:rPr lang="en-US" dirty="0">
                <a:solidFill>
                  <a:srgbClr val="FF0000"/>
                </a:solidFill>
              </a:rPr>
              <a:t>Future Scope*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en-US" dirty="0"/>
              <a:t>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5410200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Presentation of paper in conference is mandatory. </a:t>
            </a:r>
            <a:r>
              <a:rPr lang="en-US" sz="2400" b="1" dirty="0">
                <a:solidFill>
                  <a:srgbClr val="FF0000"/>
                </a:solidFill>
              </a:rPr>
              <a:t>Without presentation paper will not be published.</a:t>
            </a:r>
            <a:endParaRPr lang="en-US" sz="2000" b="1" dirty="0">
              <a:solidFill>
                <a:srgbClr val="C00000"/>
              </a:solidFill>
            </a:endParaRPr>
          </a:p>
          <a:p>
            <a:r>
              <a:rPr lang="en-US" sz="2000" b="1" dirty="0"/>
              <a:t>Duration of Presentation (8-10 Minutes).</a:t>
            </a:r>
          </a:p>
          <a:p>
            <a:r>
              <a:rPr lang="en-US" sz="2000" b="1" dirty="0"/>
              <a:t>Number of Slides (7-12).</a:t>
            </a:r>
          </a:p>
          <a:p>
            <a:r>
              <a:rPr lang="en-US" sz="2000" b="1" dirty="0"/>
              <a:t>Table of content provided here is just a sample, author can change it as per their research work (if required).</a:t>
            </a:r>
          </a:p>
          <a:p>
            <a:r>
              <a:rPr lang="en-US" sz="2000" b="1" dirty="0"/>
              <a:t>Conference will be held on 30-31 Oct. 2026.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NO CHANGE IN TITLE AND LIST OF AUTHORS IS ALLOWED AFTER REGISTRATION.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WITHOUT PRESENTATION OF PAPER AND E-COPYRIGHT TRANSFER TO IEEE PAPER WILL NOT BE PUBLISHED IN IEEE.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Presentation Schedule will be available on conference website.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160</Words>
  <Application>Microsoft Office PowerPoint</Application>
  <PresentationFormat>On-screen Show (4:3)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Paper Title (Name of All the Authors)</vt:lpstr>
      <vt:lpstr>Table of Content</vt:lpstr>
      <vt:lpstr>Guidelines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Title (Name of All the Authors)</dc:title>
  <dc:creator>Welcome</dc:creator>
  <cp:lastModifiedBy>Manjeet Singh</cp:lastModifiedBy>
  <cp:revision>19</cp:revision>
  <dcterms:created xsi:type="dcterms:W3CDTF">2006-08-16T00:00:00Z</dcterms:created>
  <dcterms:modified xsi:type="dcterms:W3CDTF">2026-01-25T13:03:06Z</dcterms:modified>
</cp:coreProperties>
</file>